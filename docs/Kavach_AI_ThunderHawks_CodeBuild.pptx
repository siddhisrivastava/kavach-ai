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quote. It is the whole pitch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halves of the problem on one slide. The right column is the differentiator — most teams present it as their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per layer. The override strip answers 'what if context is wrong'.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cards left to right, then the three callouts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limits line. Judges trust a team that knows where its system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27432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THUNDERHAWKS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BUILD 1.0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292840" y="6382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11494008" cy="804672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 AI  —  Your Invisible Shield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384048" y="2057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passive safety system designed on the assumption that its own detector will sometimes be wrong.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24871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6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safety · Software Development track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84048" y="315468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364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46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THUNDERHAWKS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Hriddhi Srivastava    ·    Siddhi Srivastava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41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Two-member team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15468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11112" y="3364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46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BUILD 1.0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11112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 Gandhi Delhi Technical University for Women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611112" y="4041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showcase · 12 September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4754880"/>
            <a:ext cx="11457432" cy="13716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956048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900" b="1" i="1" dirty="0">
                <a:solidFill>
                  <a:srgbClr val="446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don't claim to distinguish an angry scream from a terrified one.</a:t>
            </a:r>
            <a:endParaRPr lang="en-US" sz="19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900" b="1" i="1" dirty="0">
                <a:solidFill>
                  <a:srgbClr val="446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system where it doesn't matter.”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27432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THUNDERHAWKS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BUILD 1.0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292840" y="6382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11494008" cy="804672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384048" y="1956816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problems, not one — and the second is the one nobody solves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84048" y="2331720"/>
            <a:ext cx="11457432" cy="868680"/>
          </a:xfrm>
          <a:prstGeom prst="roundRect">
            <a:avLst>
              <a:gd name="adj" fmla="val 6316"/>
            </a:avLst>
          </a:prstGeom>
          <a:solidFill>
            <a:srgbClr val="EEF2FA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49631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6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action every safety app requires is the one action you cannot take.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" y="3364992"/>
            <a:ext cx="5577840" cy="2926080"/>
          </a:xfrm>
          <a:prstGeom prst="roundRect">
            <a:avLst>
              <a:gd name="adj" fmla="val 1875"/>
            </a:avLst>
          </a:prstGeom>
          <a:solidFill>
            <a:srgbClr val="EEF2FA"/>
          </a:solidFill>
          <a:ln w="12700">
            <a:solidFill>
              <a:srgbClr val="4463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6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EVERY EXISTING APP FAILS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9136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buttons, the 112 India app, campus apps and wearable SOS all assume you can reach your phone and press something.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4663440"/>
            <a:ext cx="182880" cy="182880"/>
          </a:xfrm>
          <a:prstGeom prst="ellipse">
            <a:avLst/>
          </a:prstGeom>
          <a:solidFill>
            <a:srgbClr val="B23A36"/>
          </a:solidFill>
          <a:ln w="12700">
            <a:solidFill>
              <a:srgbClr val="B23A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4617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Restrained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are held. The phone is unreachable.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9808" y="5230368"/>
            <a:ext cx="182880" cy="182880"/>
          </a:xfrm>
          <a:prstGeom prst="ellipse">
            <a:avLst/>
          </a:prstGeom>
          <a:solidFill>
            <a:srgbClr val="8A6710"/>
          </a:solidFill>
          <a:ln w="12700">
            <a:solidFill>
              <a:srgbClr val="8A671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5184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Snatched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5413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is taken before you can act.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" y="5797296"/>
            <a:ext cx="182880" cy="182880"/>
          </a:xfrm>
          <a:prstGeom prst="ellipse">
            <a:avLst/>
          </a:prstGeom>
          <a:solidFill>
            <a:srgbClr val="8C3B6B"/>
          </a:solidFill>
          <a:ln w="12700">
            <a:solidFill>
              <a:srgbClr val="8C3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2416" y="57515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42416" y="59801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fear response stops deliberate action.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364992"/>
            <a:ext cx="5577840" cy="2926080"/>
          </a:xfrm>
          <a:prstGeom prst="roundRect">
            <a:avLst>
              <a:gd name="adj" fmla="val 1875"/>
            </a:avLst>
          </a:prstGeom>
          <a:solidFill>
            <a:srgbClr val="EEF2FA"/>
          </a:solidFill>
          <a:ln w="12700">
            <a:solidFill>
              <a:srgbClr val="B23A3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2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WHY “AI DETECTS A SCREAM” ALSO FAILS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913632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classifier — ours, Google's, anyone's — can reliably tell an angry scream at a sibling from a terrified scream at an attacker.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fires during arguments and loud family moments; guardians learn to ignore it.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Auto-dialled police burn real emergency resources on noise. The tool destroys its own credibility.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5532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stopped trying to build a perfect detector, and built a system that stays safe when the detector is wrong.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27432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THUNDERHAWKS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BUILD 1.0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292840" y="6382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11494008" cy="804672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a four-layer safety ladder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384048" y="1956816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never sends anything. Three independent layers surround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84048" y="2377440"/>
            <a:ext cx="11457432" cy="768096"/>
          </a:xfrm>
          <a:prstGeom prst="roundRect">
            <a:avLst>
              <a:gd name="adj" fmla="val 7143"/>
            </a:avLst>
          </a:prstGeom>
          <a:solidFill>
            <a:srgbClr val="EEF2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2587752"/>
            <a:ext cx="347472" cy="347472"/>
          </a:xfrm>
          <a:prstGeom prst="ellipse">
            <a:avLst/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468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72491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sceptical to be before detection matters. Place, time, route and which trusted devices are nearby set a dynamic threshold — capped at 85, so context can raise the bar but never close the door.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3200400"/>
            <a:ext cx="11457432" cy="768096"/>
          </a:xfrm>
          <a:prstGeom prst="roundRect">
            <a:avLst>
              <a:gd name="adj" fmla="val 7143"/>
            </a:avLst>
          </a:prstGeom>
          <a:solidFill>
            <a:srgbClr val="EEF2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3410712"/>
            <a:ext cx="347472" cy="34747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354787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Dual-signal fusion of audio and motion, judged on the event's peak over an 800 ms window rather than the rising edge. Outputs a confidence score only; it can contact no one.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4023360"/>
            <a:ext cx="11457432" cy="768096"/>
          </a:xfrm>
          <a:prstGeom prst="roundRect">
            <a:avLst>
              <a:gd name="adj" fmla="val 7143"/>
            </a:avLst>
          </a:prstGeom>
          <a:solidFill>
            <a:srgbClr val="EEF2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" y="4233672"/>
            <a:ext cx="347472" cy="347472"/>
          </a:xfrm>
          <a:prstGeom prst="ellipse">
            <a:avLst/>
          </a:prstGeom>
          <a:solidFill>
            <a:srgbClr val="8A6710"/>
          </a:solidFill>
          <a:ln w="12700">
            <a:solidFill>
              <a:srgbClr val="8A671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Check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437083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dead-man's switch. The phone vibrates silently and asks you first, on a window that scales with context. Five ways to answer — tap pattern, unlock, safe word, shake, volume keys. Non-response becomes the trigger.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84048" y="4846320"/>
            <a:ext cx="11457432" cy="768096"/>
          </a:xfrm>
          <a:prstGeom prst="roundRect">
            <a:avLst>
              <a:gd name="adj" fmla="val 7143"/>
            </a:avLst>
          </a:prstGeom>
          <a:solidFill>
            <a:srgbClr val="EEF2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" y="5056632"/>
            <a:ext cx="347472" cy="347472"/>
          </a:xfrm>
          <a:prstGeom prst="ellipse">
            <a:avLst/>
          </a:prstGeom>
          <a:solidFill>
            <a:srgbClr val="2C7A50"/>
          </a:solidFill>
          <a:ln w="12700">
            <a:solidFill>
              <a:srgbClr val="2C7A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" y="5056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" y="4937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Verification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519379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 “couldn't confirm she's okay” notice carrying the context that explains it, promoting to a full alert only if unresolved. A human confirms before any authority is contacted.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4048" y="5687568"/>
            <a:ext cx="11457432" cy="54864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 w="12700">
            <a:solidFill>
              <a:srgbClr val="8C3B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806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OVERRIDE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788920" y="58064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volume-button sequence, operable with the phone still in a pocket, bypasses all four layers — always. Context gates passive detection only; it can never block a deliberate call for help.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27432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THUNDERHAWKS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BUILD 1.0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292840" y="6382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11494008" cy="804672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700" dirty="0"/>
          </a:p>
        </p:txBody>
      </p:sp>
      <p:pic>
        <p:nvPicPr>
          <p:cNvPr id="7" name="Image 0" descr="/home/claude/kavach_ai/deck/architecture_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0"/>
            <a:ext cx="11457432" cy="33649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5532120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EEF2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563270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entry classification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85216" y="588873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how the journey began: walking then driving is a commute — ride mode. A distress event then driving is a grab — abduction watch.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33672" y="5532120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EEF2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34840" y="563270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Repeat-suppression override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434840" y="588873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suppressed high-distress events inside the window open the sentinel check anyway. The pattern is the signal.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83296" y="5532120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EEF2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84464" y="563270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2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trail, not a pin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284464" y="588873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abduction the valuable output is a live track police can follow, not a stale location from the moment of the grab.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27432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THUNDERHAWKS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BUILD 1.0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292840" y="6382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11494008" cy="804672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tech stack and vision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384048" y="1956816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listed is implemented in the working prototype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84048" y="2331720"/>
            <a:ext cx="5577840" cy="3200400"/>
          </a:xfrm>
          <a:prstGeom prst="roundRect">
            <a:avLst>
              <a:gd name="adj" fmla="val 1714"/>
            </a:avLst>
          </a:prstGeom>
          <a:solidFill>
            <a:srgbClr val="EEF2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5146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935224"/>
            <a:ext cx="118872" cy="118872"/>
          </a:xfrm>
          <a:prstGeom prst="ellipse">
            <a:avLst/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28895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proof-of-life channels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30906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Tap, unlock, safe word, shake, volume keys.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364992"/>
            <a:ext cx="118872" cy="118872"/>
          </a:xfrm>
          <a:prstGeom prst="ellipse">
            <a:avLst/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" y="33192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Duress pattern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50976" y="35204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“Cancelled” while escalating silently.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118872" cy="118872"/>
          </a:xfrm>
          <a:prstGeom prst="ellipse">
            <a:avLst/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37490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mode + crash detection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3950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discounted on rough roads; a crash still escalates.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224528"/>
            <a:ext cx="118872" cy="118872"/>
          </a:xfrm>
          <a:prstGeom prst="ellipse">
            <a:avLst/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0976" y="41788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Abduction watch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50976" y="43799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Guardians alerted at once, location streaming live.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654296"/>
            <a:ext cx="118872" cy="118872"/>
          </a:xfrm>
          <a:prstGeom prst="ellipse">
            <a:avLst/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0976" y="46085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escalation + recall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50976" y="48097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notice before full alert; recall corrects in seconds.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5084064"/>
            <a:ext cx="118872" cy="118872"/>
          </a:xfrm>
          <a:prstGeom prst="ellipse">
            <a:avLst/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0976" y="50383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and route watch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50976" y="52395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ETA triggers a proof-of-life check.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2331720"/>
            <a:ext cx="5577840" cy="3200400"/>
          </a:xfrm>
          <a:prstGeom prst="roundRect">
            <a:avLst>
              <a:gd name="adj" fmla="val 1714"/>
            </a:avLst>
          </a:prstGeom>
          <a:solidFill>
            <a:srgbClr val="EEF2FA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0" y="25146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6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288950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288950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API, DeviceMotion, Geolocation — any phone browser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32552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325526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audio event classifier (YAMNet class)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36210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72400" y="36210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jerk and variance thresholding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39867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398678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ActivityRecognition / CMMotionActivity + GPS speed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435254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Proximity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435254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RSSI scanning for registered contact devices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0" y="471830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772400" y="471830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or WhatsApp Business API, SMS fallback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0" y="50840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772400" y="508406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embed; no API key required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84048" y="5623560"/>
            <a:ext cx="11457432" cy="676656"/>
          </a:xfrm>
          <a:prstGeom prst="roundRect">
            <a:avLst>
              <a:gd name="adj" fmla="val 8108"/>
            </a:avLst>
          </a:prstGeom>
          <a:solidFill>
            <a:srgbClr val="EEF2FA"/>
          </a:solidFill>
          <a:ln w="12700">
            <a:solidFill>
              <a:srgbClr val="8A671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5800" y="5742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LIMITS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2880360" y="5724144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verified by 40 automated end-to-end tests · runs on any smartphone, no hardware cost · extends to elder care, child safety and lone-worker safety. Honest limit: a quiet abduction with no violence leaves passive detection nothing to detect — we would rather state where the system ends than pretend it doesn't.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Kavach AI — Code Build 1.0</dc:title>
  <dc:subject>PptxGenJS Presentation</dc:subject>
  <dc:creator>Team ThunderHawks</dc:creator>
  <cp:lastModifiedBy>Team ThunderHawks</cp:lastModifiedBy>
  <cp:revision>1</cp:revision>
  <dcterms:created xsi:type="dcterms:W3CDTF">2026-09-01T16:43:26Z</dcterms:created>
  <dcterms:modified xsi:type="dcterms:W3CDTF">2026-09-01T16:43:26Z</dcterms:modified>
</cp:coreProperties>
</file>